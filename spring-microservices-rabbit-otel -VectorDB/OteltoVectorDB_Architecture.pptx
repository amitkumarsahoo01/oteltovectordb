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8229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mbria"/>
              </a:rPr>
              <a:t>OteltoVectorDB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01368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2C39A"/>
                </a:solidFill>
                <a:latin typeface="Calibri"/>
              </a:rPr>
              <a:t>AI-Powered Telemetry Intelligence for Microservices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487168"/>
            <a:ext cx="3474720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633472"/>
            <a:ext cx="7132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From distributed OpenTelemetry traces to natural-language insights — powered by Spring Boot, pgvector, and Anthropic Claude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566160"/>
            <a:ext cx="1143914" cy="2468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584448"/>
            <a:ext cx="105247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OpenTelemetry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1811426" y="3566160"/>
            <a:ext cx="791870" cy="24688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7146" y="3584448"/>
            <a:ext cx="7004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pgvector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67888" y="3566160"/>
            <a:ext cx="862279" cy="2468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3608" y="3584448"/>
            <a:ext cx="7708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Claude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617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POC Demo  ·  Docker Desktop  ·  Local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The Observability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95528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Modern microservices generate massive telemetry — but extracting actionable insight remains slow and manual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406908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" cy="14813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35607"/>
            <a:ext cx="3776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Alert Fatigue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56231"/>
            <a:ext cx="37764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Thousands of metrics fire constantly. Teams spend hours chasing noise instead of real incidents.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325880"/>
            <a:ext cx="406908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325880"/>
            <a:ext cx="54864" cy="14813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18888" y="1435607"/>
            <a:ext cx="3776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Context Switching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8888" y="1856231"/>
            <a:ext cx="37764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Engineers jump between Jaeger, Grafana, Prometheus, and Loki to correlate one incident — costing hours.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44368"/>
            <a:ext cx="406908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44368"/>
            <a:ext cx="54864" cy="1481328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054096"/>
            <a:ext cx="3776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No Natural Language 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474720"/>
            <a:ext cx="37764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Stakeholders cannot query telemetry. Insights stay locked behind dashboards and PromQL expertise.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2944368"/>
            <a:ext cx="406908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2944368"/>
            <a:ext cx="54864" cy="1481328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18888" y="3054096"/>
            <a:ext cx="3776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Trace Data Underutilized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8888" y="3474720"/>
            <a:ext cx="37764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Distributed traces contain rich operational data — service health, latency, errors — rarely mined at scale.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95528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 fully integrated, AI-powered observability pipeline — from trace collection to natural-language 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2651760" cy="345643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265176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41732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28090"/>
                </a:solidFill>
                <a:latin typeface="Cambr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938528"/>
            <a:ext cx="23957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Application Cluster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423160"/>
            <a:ext cx="2395728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5 Spring Boot microservices instrumented with OpenTelemetry Java agent. PostgreSQL + RabbitMQ for storage and async messaging.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2968" y="2606040"/>
            <a:ext cx="137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298448"/>
            <a:ext cx="2651760" cy="345643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298448"/>
            <a:ext cx="2651760" cy="45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141732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7293"/>
                </a:solidFill>
                <a:latin typeface="Cambr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1938528"/>
            <a:ext cx="23957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Observability Cluster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423160"/>
            <a:ext cx="2395728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OTel Collector fans out to Jaeger, Grafana Tempo, Prometheus, and Loki. Telemetry pipeline subscribes and streams spans.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2606040"/>
            <a:ext cx="137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59" y="1298448"/>
            <a:ext cx="2651760" cy="345643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59" y="1298448"/>
            <a:ext cx="2651760" cy="4572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1" y="141732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B21B6"/>
                </a:solidFill>
                <a:latin typeface="Cambr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1" y="1938528"/>
            <a:ext cx="23957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AI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1" y="2423160"/>
            <a:ext cx="2395728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Spans embedded with Sentence Transformers → stored in pgvector. RAG service queries Claude Haiku for natural-language answers.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Architecture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8138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54864" cy="9601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051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  <a:latin typeface="Calibri"/>
              </a:rPr>
              <a:t>APP CLUSTER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417320"/>
            <a:ext cx="7845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catalog-service · order-service · inventory-service · payment-service · shipment-service | PostgreSQL | RabbitMQ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8138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48840"/>
            <a:ext cx="54864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40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OBSERVABILITY CLUSTER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606040"/>
            <a:ext cx="7845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OTel Collector → Jaeger · Grafana Tempo · Prometheus · Loki · Grafana + Telemetry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337560"/>
            <a:ext cx="8138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337560"/>
            <a:ext cx="54864" cy="96012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21B6"/>
                </a:solidFill>
                <a:latin typeface="Calibri"/>
              </a:rPr>
              <a:t>AI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794760"/>
            <a:ext cx="7845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Telemetry Pipeline (embed→pgvector) → RAG Service → Claude Haiku API → Demo UI :8200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196596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8090"/>
                </a:solidFill>
                <a:latin typeface="Calibri"/>
              </a:rPr>
              <a:t>↓  OTLP gRPC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18211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B21B6"/>
                </a:solidFill>
                <a:latin typeface="Calibri"/>
              </a:rPr>
              <a:t>↓  OTLP HTTP + Jaeger poll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526280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64748B"/>
                </a:solidFill>
                <a:latin typeface="Calibri"/>
              </a:rPr>
              <a:t>Three Docker networks simulate cluster isolation: app · observability ·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How It Works — Business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8138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Three layers, each doing one job — connected automatically, no manual wiring required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260604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1673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Your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801368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Five business services running as normal — catalog, orders, inventory, payments, and shipping.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64408" y="1234440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64408" y="1234440"/>
            <a:ext cx="260604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1568" y="131673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Automatic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801368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Every operation captured as a trace — timing, status, errors — with zero changes to your code.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71616" y="1234440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71616" y="1234440"/>
            <a:ext cx="2606040" cy="4572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131673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AI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7" y="1801368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Ask Claude anything about your services in plain English and get an answer in under a second.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560320"/>
            <a:ext cx="292608" cy="2926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25968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Catalog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962656"/>
            <a:ext cx="292608" cy="2926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299923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Order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364991"/>
            <a:ext cx="292608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34015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Inventory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767328"/>
            <a:ext cx="292608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380390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Payment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169663"/>
            <a:ext cx="292608" cy="292608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420624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Shipment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74136" y="2560320"/>
            <a:ext cx="292608" cy="2926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58184" y="259689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Distributed Traces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74136" y="2962656"/>
            <a:ext cx="292608" cy="2926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58184" y="299923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Performance Metrics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74136" y="3364991"/>
            <a:ext cx="292608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58184" y="34015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Application Logs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74136" y="3767328"/>
            <a:ext cx="292608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58184" y="380390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Live Dashboards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74136" y="4169663"/>
            <a:ext cx="292608" cy="292608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58184" y="42062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AI Search Index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81344" y="2560320"/>
            <a:ext cx="292608" cy="2926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65392" y="259689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Business person asks a question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81344" y="2962656"/>
            <a:ext cx="292608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65392" y="299923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System finds relevant telemetry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81344" y="3364991"/>
            <a:ext cx="292608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65392" y="34015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Claude reads the data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81344" y="3767328"/>
            <a:ext cx="292608" cy="292608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5392" y="380390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Plain-English answer returned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81344" y="4169663"/>
            <a:ext cx="292608" cy="2926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65392" y="42062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&lt; 1 second response time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99816" y="2834640"/>
            <a:ext cx="128016" cy="40233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054096" y="3236976"/>
            <a:ext cx="201168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07024" y="2834640"/>
            <a:ext cx="128016" cy="40233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861304" y="3236976"/>
            <a:ext cx="201168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" y="4727448"/>
            <a:ext cx="813816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4764024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  <a:latin typeface="Calibri"/>
              </a:rPr>
              <a:t>"Are there errors?"   ·   "Which service is slowest?"   ·   "Show me the order flow"   ·   "Give me a health summary"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Application Cluster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95528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Five Spring Boot 3.4.4 + Java 21 microservices, each auto-instrumented with the OpenTelemetry Java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572768" cy="138988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572768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89888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Catalog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755648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28090"/>
                </a:solidFill>
                <a:latin typeface="Calibri"/>
              </a:rPr>
              <a:t>:8100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057400"/>
            <a:ext cx="13898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Products &amp; pricing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153412" y="1298448"/>
            <a:ext cx="1572768" cy="138988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53412" y="1298448"/>
            <a:ext cx="1572768" cy="45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63140" y="1389888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3140" y="1755648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7293"/>
                </a:solidFill>
                <a:latin typeface="Calibri"/>
              </a:rPr>
              <a:t>:8102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3140" y="2057400"/>
            <a:ext cx="13898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Order lifecycle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03904" y="1298448"/>
            <a:ext cx="1572768" cy="138988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03904" y="1298448"/>
            <a:ext cx="1572768" cy="45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13632" y="1389888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Inventory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2" y="1755648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5A82"/>
                </a:solidFill>
                <a:latin typeface="Calibri"/>
              </a:rPr>
              <a:t>:8101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3632" y="2057400"/>
            <a:ext cx="13898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Stock management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54396" y="1298448"/>
            <a:ext cx="1572768" cy="138988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54396" y="1298448"/>
            <a:ext cx="1572768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64124" y="1389888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Payment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4124" y="1755648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:8103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4124" y="2057400"/>
            <a:ext cx="13898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Payment processing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04888" y="1298448"/>
            <a:ext cx="1572768" cy="138988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04888" y="1298448"/>
            <a:ext cx="1572768" cy="4572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14616" y="1389888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Shipment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14616" y="1755648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E68"/>
                </a:solidFill>
                <a:latin typeface="Calibri"/>
              </a:rPr>
              <a:t>:8104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14616" y="2057400"/>
            <a:ext cx="13898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Delivery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281635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C39A"/>
                </a:solidFill>
                <a:latin typeface="Calibri"/>
              </a:rPr>
              <a:t>↑  OpenTelemetry Java Agent (auto-instrumentation)  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246120"/>
            <a:ext cx="2514600" cy="1005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246120"/>
            <a:ext cx="25146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401568"/>
            <a:ext cx="2286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PostgreSQL 16
+ pgvector ext.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18688" y="3246120"/>
            <a:ext cx="2514600" cy="1005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18688" y="3246120"/>
            <a:ext cx="2514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55848" y="3401568"/>
            <a:ext cx="2286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RabbitMQ 4.0
Topic Exchange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34456" y="3246120"/>
            <a:ext cx="2514600" cy="1005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34456" y="3246120"/>
            <a:ext cx="251460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71616" y="3401568"/>
            <a:ext cx="2286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OTel Java Agent
auto-instrument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407408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64748B"/>
                </a:solidFill>
                <a:latin typeface="Calibri"/>
              </a:rPr>
              <a:t>One Dockerfile · ARG SERVICE_NAME → builds all 5 container images from a single source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Observability Cluster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95528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OTel Collector acts as a fan-out hub — one ingestion point, multiple backends + AI pipeline export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1261872"/>
            <a:ext cx="2560320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91840" y="134416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OTel Collector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764792"/>
            <a:ext cx="2560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ADCFC"/>
                </a:solidFill>
                <a:latin typeface="Calibri"/>
              </a:rPr>
              <a:t>OTLP gRPC :4317
OTLP HTTP :4318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2514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25146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98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Jaeger :16686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7393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Trace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96896"/>
            <a:ext cx="2514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96896"/>
            <a:ext cx="251460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6883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Grafana Tempo :3200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07238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Trace storage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298448"/>
            <a:ext cx="2514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298448"/>
            <a:ext cx="2514600" cy="36576"/>
          </a:xfrm>
          <a:prstGeom prst="rect">
            <a:avLst/>
          </a:prstGeom>
          <a:solidFill>
            <a:srgbClr val="E65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13898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Prometheus :9090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177393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Metrics scraping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596896"/>
            <a:ext cx="2514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2596896"/>
            <a:ext cx="2514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8" y="26883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Loki :3100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307238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Log aggregation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3657600"/>
            <a:ext cx="25603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4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55648" y="3730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Grafana :3000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55648" y="408736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Unified dashboards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83480" y="3657600"/>
            <a:ext cx="2560320" cy="80467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373075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→ Telemetry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408736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OTLP HTTP :9000 + Jaeger API poll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617720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Grafana visualizes traces (Tempo), metrics (Prometheus), and logs (Loki) in unified dashboards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AI Pipeline — From Spans to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14400"/>
            <a:ext cx="2697480" cy="166420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269748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1005840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28090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" y="1005840"/>
            <a:ext cx="2002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OTel Spans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1481328"/>
            <a:ext cx="24597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Traces arrive via OTLP HTTP push from the Collector AND Jaeger API polling (fallback dual-path).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00200"/>
            <a:ext cx="11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9272" y="914400"/>
            <a:ext cx="2697480" cy="166420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19272" y="914400"/>
            <a:ext cx="269748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65576" y="1005840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7293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2776" y="1005840"/>
            <a:ext cx="2002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Text Encoding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5576" y="1481328"/>
            <a:ext cx="24597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Each span → descriptive text: "Service: X | Op: Y | Status: OK | 45ms | Error: None"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6752" y="1600200"/>
            <a:ext cx="11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35624" y="914400"/>
            <a:ext cx="2697480" cy="166420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35624" y="914400"/>
            <a:ext cx="2697480" cy="3657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1005840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65A82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1005840"/>
            <a:ext cx="2002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Embedding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1481328"/>
            <a:ext cx="24597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Sentence Transformers all-MiniLM-L6-v2 converts text to a 384-dimensional float vector.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743200"/>
            <a:ext cx="2697480" cy="166420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2743200"/>
            <a:ext cx="2697480" cy="3657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2834640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" y="2834640"/>
            <a:ext cx="2002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pgvector 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3310128"/>
            <a:ext cx="24597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Vectors + metadata stored in PostgreSQL with pgvector ivfflat cosine index. De-duplicated by span ID.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429000"/>
            <a:ext cx="11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9272" y="2743200"/>
            <a:ext cx="2697480" cy="166420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19272" y="2743200"/>
            <a:ext cx="2697480" cy="3657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65576" y="2834640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B21B6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22776" y="2834640"/>
            <a:ext cx="2002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RAG Query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65576" y="3310128"/>
            <a:ext cx="24597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User question embedded → cosine similarity search returns top-K most relevant telemetry records.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16752" y="3429000"/>
            <a:ext cx="11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35624" y="2743200"/>
            <a:ext cx="2697480" cy="166420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35624" y="2743200"/>
            <a:ext cx="269748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81928" y="2834640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2C39A"/>
                </a:solidFill>
                <a:latin typeface="Cambria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9128" y="2834640"/>
            <a:ext cx="2002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Claude Answer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3310128"/>
            <a:ext cx="24597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Claude Haiku 4.5 acts as expert SRE — generates a concise, actionable answer from the retrieved context.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572000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64748B"/>
                </a:solidFill>
                <a:latin typeface="Calibri"/>
              </a:rPr>
              <a:t>Embedding model pre-baked into Docker image — zero cold-start penalty on container restart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4041648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4041648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024128"/>
            <a:ext cx="38039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399032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 Spring Boot 3.4.4 + Java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73352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 Maven multi-module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947672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 RabbitMQ 4.0 (topic exchange)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221991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 PostgreSQL 16 + pgvector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496312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 Springdoc OpenAPI / Swagger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960120"/>
            <a:ext cx="4041648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17720" y="960120"/>
            <a:ext cx="4041648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82312" y="1024128"/>
            <a:ext cx="38039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Observability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1399032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 OpenTelemetry Java Agent (auto)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1673352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 OTel Collector (contrib build)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1947672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 Jaeger — distributed trace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2221991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 Grafana Tempo (trace storage)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2" y="2496312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 Prometheus + Loki + Grafana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971800"/>
            <a:ext cx="4041648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971800"/>
            <a:ext cx="4041648" cy="34747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3035808"/>
            <a:ext cx="38039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AI / 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3410712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 Sentence Transformers (Python)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3685032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 all-MiniLM-L6-v2 (384-dim)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3959352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 pgvector ivfflat cosine index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4233672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 FastAPI + uvicorn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" y="4507992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 Anthropic Claude Haiku 4.5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2971800"/>
            <a:ext cx="4041648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17720" y="2971800"/>
            <a:ext cx="4041648" cy="347472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82312" y="3035808"/>
            <a:ext cx="38039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3410712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 Docker Desktop (local POC)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2312" y="3685032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 Docker Compose multi-network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2312" y="3959352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 Multi-stage Dockerfile (ARG)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82312" y="4233672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 3 isolated Docker networks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4507992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 AWS EKS (production roadmap)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End-to-End 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14400"/>
            <a:ext cx="384048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50976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298448"/>
            <a:ext cx="54864" cy="274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93268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1  HTTP Request arrives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932688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Developer or end-user calls a REST endpoint on catalog-, order-, inventory-, payment-, or shipment-service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384048" cy="38404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9344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" y="1956816"/>
            <a:ext cx="54864" cy="274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59105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2  OTel Agent captures span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591056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Java agent intercepts the call transparently → creates a trace span with operation name, timing, HTTP status, and attributes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31136"/>
            <a:ext cx="384048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267712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" y="2615184"/>
            <a:ext cx="54864" cy="274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24942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3  OTLP export to Collector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2249424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Span exported via gRPC (OTLP) to the OTel Collector running in the observability Docker network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889504"/>
            <a:ext cx="384048" cy="3840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92608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" y="3273552"/>
            <a:ext cx="54864" cy="274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29077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4  Fan-out to all backends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2907792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Collector routes spans simultaneously → Jaeger (UI), Tempo (storage), Prometheus (metrics), Telemetry Pipeline (AI)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547872"/>
            <a:ext cx="384048" cy="384048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584448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" y="3931920"/>
            <a:ext cx="54864" cy="274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35661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5  Pipeline embeds &amp; indexes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3566160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Python service polls Jaeger every 30 s · encodes span text · runs Sentence Transformers · stores 384-dim vector in pgvector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206240"/>
            <a:ext cx="384048" cy="3840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242816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224527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6  Natural-language answer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4224527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User asks a question in the RAG UI → question embedded → cosine search → top-K context sent to Claude Haiku → answer returned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608576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Wait ~30 seconds after generating traces for the pipeline poll cycle to index the new spans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Demo: Natural Language Telemetry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Ask any question in plain English — Claude answers using real telemetry data from your microservices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3657600" cy="65836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19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0817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F0F7"/>
                </a:solidFill>
                <a:latin typeface="Calibri"/>
              </a:rPr>
              <a:t>Are there any errors in the last few minutes?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84831"/>
            <a:ext cx="3657600" cy="65836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03703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F0F7"/>
                </a:solidFill>
                <a:latin typeface="Calibri"/>
              </a:rPr>
              <a:t>Which service has the slowest response times?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71215"/>
            <a:ext cx="3657600" cy="65836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90087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8094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F0F7"/>
                </a:solidFill>
                <a:latin typeface="Calibri"/>
              </a:rPr>
              <a:t>Show me the order placement flow end-to-end and how long each step takes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657600"/>
            <a:ext cx="3657600" cy="65836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7647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673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F0F7"/>
                </a:solidFill>
                <a:latin typeface="Calibri"/>
              </a:rPr>
              <a:t>Give me a health summary of all five services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1261872"/>
            <a:ext cx="4251960" cy="349300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1261872"/>
            <a:ext cx="425196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132588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ADCFC"/>
                </a:solidFill>
                <a:latin typeface="Calibri"/>
              </a:rPr>
              <a:t>Telemetry Intelligence  ·  Powered by Claude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1719072"/>
            <a:ext cx="3977639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6592" y="1773936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Are there any errors?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2286000"/>
            <a:ext cx="3977639" cy="1234440"/>
          </a:xfrm>
          <a:prstGeom prst="rect">
            <a:avLst/>
          </a:prstGeom>
          <a:solidFill>
            <a:srgbClr val="14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2340864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F0F7"/>
                </a:solidFill>
                <a:latin typeface="Calibri"/>
              </a:rPr>
              <a:t>Claude: Found 3 ERROR spans in the last 5 min — payment-service timeout (2×) and inventory-service out-of-stock (1×). Average payment latency is 2,340ms vs the baseline 180ms. Recommend checking the payment gateway connectivity.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3657600"/>
            <a:ext cx="1828800" cy="1005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36592" y="3703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1,247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6592" y="4160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spans indexed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657600"/>
            <a:ext cx="1737360" cy="1005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2552" y="37033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2C39A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552" y="4160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services monitored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Enterprise Path: POC → Production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14400"/>
            <a:ext cx="3886200" cy="3977639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38862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92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POC (Today — Docker Desktop)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 docker compose up --build (one command)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5564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 3 Docker networks simulate cluster isolation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2140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 Single-node PostgreSQL 16 + pgvector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 All services on localhost ports 8100-8200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5292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 Anthropic Platform API key (pay-as-you-go)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1868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 First build ~15 min | Subsequent restart ~3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8444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 Requires: Docker Desktop with ≥ 6 GB 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51460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914400"/>
            <a:ext cx="3886200" cy="3977639"/>
          </a:xfrm>
          <a:prstGeom prst="rect">
            <a:avLst/>
          </a:prstGeom>
          <a:solidFill>
            <a:srgbClr val="FFFFFF"/>
          </a:solidFill>
          <a:ln w="19050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914400"/>
            <a:ext cx="3886200" cy="3657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9692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Production (AWS EKS)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138988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 3 separate EKS clusters (true network isolation)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75564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 HPA auto-scaling for Spring Boot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12140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 Amazon RDS + pgvector extension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48716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 Amazon MQ (managed RabbitMQ)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85292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 OTel Collector DaemonSet in obs. cluster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21868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 Kubernetes Secrets for ANTHROPIC_API_KEY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358444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 ALB Ingress + Route 53 DNS + ACM TLS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Business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4041648" cy="17190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4041648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078992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28090"/>
                </a:solidFill>
                <a:latin typeface="Cambria"/>
              </a:rPr>
              <a:t>10×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6824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faster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078992"/>
            <a:ext cx="22128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Faster Root Cause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536192"/>
            <a:ext cx="22128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Natural-language queries cut incident investigation from hours to seconds — no PromQL or Jaeger expertise needed.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987552"/>
            <a:ext cx="4041648" cy="17190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987552"/>
            <a:ext cx="4041648" cy="3657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1078992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16824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team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79" y="1078992"/>
            <a:ext cx="22128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Democratized Observability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79" y="1536192"/>
            <a:ext cx="22128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Product managers, SRE leads, and executives can query telemetry directly — not just engineers.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34640"/>
            <a:ext cx="4041648" cy="17190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834640"/>
            <a:ext cx="4041648" cy="3657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9260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B21B6"/>
                </a:solidFill>
                <a:latin typeface="Cambria"/>
              </a:rPr>
              <a:t>$0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35295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vendor lock-in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26080"/>
            <a:ext cx="22128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Vendor Lock-In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383280"/>
            <a:ext cx="22128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Full OpenTelemetry compliance means pluggable backends — swap Jaeger for Tempo, Haiku for Sonnet, anytime.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2834640"/>
            <a:ext cx="4041648" cy="17190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2834640"/>
            <a:ext cx="4041648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82312" y="29260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2C39A"/>
                </a:solidFill>
                <a:latin typeface="Cambria"/>
              </a:rPr>
              <a:t>&lt;$0.001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2312" y="35295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per insight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79" y="2926080"/>
            <a:ext cx="22128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Cost per Query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3383280"/>
            <a:ext cx="22128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Claude Haiku costs ~$0.25 / M input tokens. A typical telemetry RAG query costs under one tenth of a cent.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POC Demo: Up and Running in 3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33272"/>
            <a:ext cx="45720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5568" y="960120"/>
            <a:ext cx="7571231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1872" y="101498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Set Your API Key</a:t>
            </a:r>
          </a:p>
        </p:txBody>
      </p:sp>
      <p:sp>
        <p:nvSpPr>
          <p:cNvPr id="7" name="Rectangle 6"/>
          <p:cNvSpPr/>
          <p:nvPr/>
        </p:nvSpPr>
        <p:spPr>
          <a:xfrm>
            <a:off x="1261872" y="1417320"/>
            <a:ext cx="64008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89888" y="1435608"/>
            <a:ext cx="6217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472F"/>
                </a:solidFill>
                <a:latin typeface="Courier New"/>
              </a:rPr>
              <a:t>export ANTHROPIC_API_KEY=sk-ant-api03-...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7556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Get a key at platform.claude.com (separate from Claude.ai — pay-as-you-go, no minimum spend required)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77440"/>
            <a:ext cx="45720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957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15568" y="2304288"/>
            <a:ext cx="7571231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3591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Build and Start All Services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1872" y="2761488"/>
            <a:ext cx="64008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2779776"/>
            <a:ext cx="6217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472F"/>
                </a:solidFill>
                <a:latin typeface="Courier New"/>
              </a:rPr>
              <a:t>docker compose up --build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09981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First build ~15 min (Maven + Python model download). Subsequent starts ~3 min. All 16 containers auto-start.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721608"/>
            <a:ext cx="457200" cy="4572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3989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15568" y="3648456"/>
            <a:ext cx="7571231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61872" y="37033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Generate Traces then Open the RAG UI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1872" y="4105656"/>
            <a:ext cx="64008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89888" y="4123944"/>
            <a:ext cx="6217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472F"/>
                </a:solidFill>
                <a:latin typeface="Courier New"/>
              </a:rPr>
              <a:t>curl http://localhost:8100/api/products   →   open http://localhost:8200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444398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Hit any service API → wait 30 s for pipeline to index → ask plain-English questions in the demo chat UI.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645152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8090"/>
                </a:solidFill>
                <a:latin typeface="Courier New"/>
              </a:rPr>
              <a:t>Key URLs:  RAG Demo :8200  ·  Jaeger :16686  ·  Grafana :3000  ·  RabbitMQ :15672  ·  Swagger :8100/swagger-ui.html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Roadmap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14400"/>
            <a:ext cx="1965960" cy="340156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196596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0058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28090"/>
                </a:solidFill>
                <a:latin typeface="Calibri"/>
              </a:rPr>
              <a:t>Phase 1
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581912"/>
            <a:ext cx="1746504" cy="2560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591056"/>
            <a:ext cx="17465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93852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Local POC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39572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-&gt; Docker Desktop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798064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-&gt; 5 Spring Boot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2004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-&gt; Claude Haiku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602736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-&gt; Jaeger + Grafana stack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914400"/>
            <a:ext cx="1965960" cy="340156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914400"/>
            <a:ext cx="196596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0048" y="10058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C7293"/>
                </a:solidFill>
                <a:latin typeface="Calibri"/>
              </a:rPr>
              <a:t>Phase 2
4-6 weeks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70048" y="1581912"/>
            <a:ext cx="1746504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70048" y="1591056"/>
            <a:ext cx="17465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0048" y="193852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Hardening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0048" y="239572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-&gt; Authentication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8" y="2798064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-&gt; Multi-tenant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32004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-&gt; LLM-driven alert routing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0048" y="3602736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-&gt; Structured anomaly detect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914400"/>
            <a:ext cx="1965960" cy="340156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17720" y="914400"/>
            <a:ext cx="1965960" cy="36576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7448" y="10058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34E68"/>
                </a:solidFill>
                <a:latin typeface="Calibri"/>
              </a:rPr>
              <a:t>Phase 3
2-3 months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27448" y="1581912"/>
            <a:ext cx="1746504" cy="256032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27448" y="1591056"/>
            <a:ext cx="17465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PLANNED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27448" y="193852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AWS EKS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7448" y="239572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-&gt; 3-cluster Kubernetes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7448" y="2798064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-&gt; RDS + Amazon MQ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27448" y="32004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-&gt; CI/CD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27448" y="3602736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-&gt; Auto-scaling + HA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914400"/>
            <a:ext cx="1965960" cy="340156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75120" y="914400"/>
            <a:ext cx="1965960" cy="3657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84848" y="10058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B21B6"/>
                </a:solidFill>
                <a:latin typeface="Calibri"/>
              </a:rPr>
              <a:t>Phase 4
6+ months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84848" y="1581912"/>
            <a:ext cx="1746504" cy="25603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84848" y="1591056"/>
            <a:ext cx="17465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84848" y="193852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Enterprise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4848" y="239572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-&gt; Fine-tuning on telemetry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4848" y="2798064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-&gt; Predictive prevention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84848" y="32004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-&gt; Cross-org observability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84848" y="3602736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-&gt; Multi-cloud support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446227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C39A"/>
                </a:solidFill>
                <a:latin typeface="Calibri"/>
              </a:rPr>
              <a:t>Next Step: Run the local demo -&gt; validate RAG quality -&gt; greenlight Phase 2 investment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